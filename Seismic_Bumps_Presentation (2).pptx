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B1F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</c:v>
                </c:pt>
                <c:pt idx="1">
                  <c:v>0.9</c:v>
                </c:pt>
                <c:pt idx="2">
                  <c:v>0.92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(hazardous)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0.62</c:v>
                </c:pt>
                <c:pt idx="1">
                  <c:v>0.18</c:v>
                </c:pt>
                <c:pt idx="2">
                  <c:v>0.15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R² on test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Reg.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0.8666</c:v>
                </c:pt>
                <c:pt idx="1">
                  <c:v>0.8511</c:v>
                </c:pt>
                <c:pt idx="2">
                  <c:v>0.8125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6350" cap="flat">
              <a:solidFill>
                <a:srgbClr val="DDE3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overview: UCI Seismic-bumps dataset, two tasks: classify hazardous shifts and regress bump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imbalance: accuracy is misleading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Barplots show class=1 rate per category against the 6.6% base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matters: scaling and SMOTE are fit after the split to avoid leakage. Constant columns nbumps6, nbumps7, nbumps89, has_high_energy_bump were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accuracy from RF and XGBoost is driven by the majority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 thresholds: LR 0.7, RF 0.2. Test set has only 34 hazardous shifts, so numbers are noisy.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Caveats: only 34 positives in the test set, so treat numbers as approximate.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0"/>
            <a:ext cx="109728" cy="1371600"/>
          </a:xfrm>
          <a:prstGeom prst="rect">
            <a:avLst/>
          </a:prstGeom>
          <a:solidFill>
            <a:srgbClr val="F2A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Bumps Hazard Prediction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651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hazardous high-energy events in Polish coal mines with machine learning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Imbalanced classification  ·  Energy regression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Data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8-hour shift; goal = predict a hazardous bump (&gt;10⁴ J) in the NEXT shift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(rows)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6.58%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(170 shifts)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5544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duplicate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Classification: predict class (0 safe / 1 hazardous)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Regression: predict total bump energy per shift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an "always safe" model scores 93% accuracy but is useless, so recall, F1 and ROC-AUC on the hazardous class are what matter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EDA Revealed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type and bump counts carry the signal; deviation features carry almost none</a:t>
            </a:r>
            <a:endParaRPr lang="en-US" sz="1400" dirty="0"/>
          </a:p>
        </p:txBody>
      </p:sp>
      <p:pic>
        <p:nvPicPr>
          <p:cNvPr id="5" name="Image 0" descr="/mnt/user-data/outputs/images/categorical_vs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4480560" cy="32186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0" y="14630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shifts (W): 9.2% hazardous vs 1.8% for preparation (N), a 5× gap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= b: 9.6% vs 4.9% for 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nbumps outliers: 22.4% hazardous vs 4.7% normal; genergy outliers 17.8% vs 5.9%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nbumps has the top numeric correlation with the target (0.25)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gdenergy / gdpuls ≈ 0 correlation; nbumps6/7/89 are all zeros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Leakage-aware: split first, then fit scaler and SMOTE on training data only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F2A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716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</a:t>
            </a:r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new features (bump ratios, energy per pulse, deviation magnitude, hazard agreement)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3055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0848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 </a:t>
            </a:r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on 7 right-skewed columns (genergy mean/median 90,243/25,485 → 10.22/10.15)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43784"/>
            <a:ext cx="457200" cy="457200"/>
          </a:xfrm>
          <a:prstGeom prst="ellipse">
            <a:avLst/>
          </a:prstGeom>
          <a:solidFill>
            <a:srgbClr val="F2A3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980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clean-up  </a:t>
            </a:r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for hazard columns, one-hot for shift; 4 all-zero columns dropped → 26 features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57016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5112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scale  </a:t>
            </a:r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80/20, seed 42: 2,067 train / 517 test; StandardScaler on train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270248"/>
            <a:ext cx="457200" cy="457200"/>
          </a:xfrm>
          <a:prstGeom prst="ellipse">
            <a:avLst/>
          </a:prstGeom>
          <a:solidFill>
            <a:srgbClr val="F2A3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2245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 </a:t>
            </a:r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only: 1,931 : 136 → 1,931 : 1,931; test set untouched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The Accuracy Paradox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 at threshold 0.5 on 517 test shifts (34 hazardous)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0" y="14630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ROC-AUC 0.7651, recall 0.62, catches ~21 of 34 hazardous shifts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ROC-AUC 0.7245, recall 0.18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ROC-AUC 0.7414, recall 0.15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look good on accuracy yet miss more than 80% of hazards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RF (RandomizedSearchCV, F1) gives recall 0.15 at 0.5, so tune the threshold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with Cross-Validation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chosen on training data (5-fold CV, best F1); test set used once at the end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(test set)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Reg.,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Reg., CV-chosen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RF,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RF, CV-chosen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rows use the threshold picked by cross-validation, so the test result is not tuned on the test 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gets the best F1 (0.32) and ROC-AUC (0.7651); tuned RF at 0.2 catches more hazards (recall 0.56) with more false alarms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a business decision: missed hazards vs false alarms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Regression &amp; Takeaways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maxenergy leaked the target (R² ≈ 0.99) and was removed; id and class excluded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RMSE 6498, MAE 1951 · Random Forest: best MAE 1844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4630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the wrong metric for a 6.6% positive class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the strongest baseline; thresholds tuned with CV lift its F1 to 0.32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type, nbumps and genergy are the key signals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nbumps4 and nbumps5 hold ~86% of the importance and set energy almost by definition, so R² is an upper bound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PR-AUC, SMOTE inside the tuning CV, more hazardous samples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2026-10-04T22:14:15Z</dcterms:created>
  <dcterms:modified xsi:type="dcterms:W3CDTF">2026-10-04T22:14:15Z</dcterms:modified>
</cp:coreProperties>
</file>